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5" r:id="rId3"/>
    <p:sldId id="260" r:id="rId4"/>
    <p:sldId id="277" r:id="rId5"/>
    <p:sldId id="259" r:id="rId6"/>
    <p:sldId id="263" r:id="rId7"/>
    <p:sldId id="264" r:id="rId8"/>
    <p:sldId id="273" r:id="rId9"/>
    <p:sldId id="258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FD5"/>
    <a:srgbClr val="4D5B56"/>
    <a:srgbClr val="7E9185"/>
    <a:srgbClr val="5C6D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F2607F-EAB8-462D-9596-B11A1C51125F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0EC31D-9C0F-4EDB-9AC9-93AE84D7514D}" type="datetime1">
              <a:rPr lang="ru-RU" smtClean="0"/>
              <a:t>02.06.2025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948E6C3-8E12-426B-A56F-861F8B162AC6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78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86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540FCE8-CB6C-4798-845F-C8260D76B307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8035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7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571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5316041-DA7D-4734-AA8C-761AB09393E2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246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92EF8B-D3DF-4216-96A1-1B1DE794B37A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757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717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0088EE-0E82-4198-BDFF-3B9755AA8919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279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14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40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573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6B9E6FA-8E94-487D-81C3-7EE9BB2FD23D}" type="datetime1">
              <a:rPr lang="ru-RU" smtClean="0"/>
              <a:t>02.06.2025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28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</p:sldLayoutIdLst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C4892E77-707A-A397-BF2F-36BF937F6404}"/>
              </a:ext>
            </a:extLst>
          </p:cNvPr>
          <p:cNvSpPr/>
          <p:nvPr/>
        </p:nvSpPr>
        <p:spPr>
          <a:xfrm>
            <a:off x="304801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5954" y="1660454"/>
            <a:ext cx="7424886" cy="928130"/>
          </a:xfrm>
        </p:spPr>
        <p:txBody>
          <a:bodyPr rtlCol="0">
            <a:normAutofit/>
          </a:bodyPr>
          <a:lstStyle/>
          <a:p>
            <a:pPr algn="ctr" rtl="0"/>
            <a:r>
              <a:rPr lang="ru-RU" sz="6000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Дипломный проект</a:t>
            </a:r>
            <a:endParaRPr lang="ru" sz="6000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7567" y="3016254"/>
            <a:ext cx="10461664" cy="1551399"/>
          </a:xfrm>
        </p:spPr>
        <p:txBody>
          <a:bodyPr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3100" spc="-10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Тема</a:t>
            </a:r>
            <a:endParaRPr lang="ru-RU" sz="3100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925DAB3-B491-4CC2-005D-EEA62E73EE01}"/>
              </a:ext>
            </a:extLst>
          </p:cNvPr>
          <p:cNvSpPr txBox="1"/>
          <p:nvPr/>
        </p:nvSpPr>
        <p:spPr>
          <a:xfrm>
            <a:off x="8075631" y="4966402"/>
            <a:ext cx="3403600" cy="1490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249554">
              <a:lnSpc>
                <a:spcPct val="100000"/>
              </a:lnSpc>
              <a:spcBef>
                <a:spcPts val="95"/>
              </a:spcBef>
            </a:pPr>
            <a:r>
              <a:rPr lang="ru-RU" spc="-1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Выполнил</a:t>
            </a:r>
            <a:r>
              <a:rPr lang="ru-RU" spc="-10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: ФИО студента</a:t>
            </a:r>
            <a:endParaRPr lang="ru-RU" spc="-5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marL="12700" marR="249554">
              <a:lnSpc>
                <a:spcPct val="100000"/>
              </a:lnSpc>
              <a:spcBef>
                <a:spcPts val="95"/>
              </a:spcBef>
            </a:pPr>
            <a:r>
              <a:rPr lang="ru-RU" spc="-1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Студент</a:t>
            </a:r>
            <a:r>
              <a:rPr lang="ru-RU" spc="1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r>
              <a:rPr lang="ru-RU" spc="-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3</a:t>
            </a:r>
            <a:r>
              <a:rPr lang="ru-RU" spc="-1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r>
              <a:rPr lang="ru-RU" spc="-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курса</a:t>
            </a:r>
            <a:endParaRPr lang="ru-RU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lang="ru-RU" spc="-3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Группы</a:t>
            </a:r>
            <a:r>
              <a:rPr lang="ru-RU" spc="-2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r>
              <a:rPr lang="ru-RU" spc="-1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lang="ru-RU" spc="-1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Руководитель:</a:t>
            </a:r>
            <a:endParaRPr lang="ru-RU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lang="ru-RU" spc="-10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ФИО руководителя</a:t>
            </a:r>
            <a:endParaRPr lang="ru-RU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7298CC29-3F7A-1355-10BD-B863A18D2F74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2CFAF069-A703-460D-3A43-5818F8163282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13F39707-9D7E-F553-73D6-06090D676914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7ACE3FCE-8318-D787-2947-9C237D45141E}"/>
              </a:ext>
            </a:extLst>
          </p:cNvPr>
          <p:cNvSpPr/>
          <p:nvPr/>
        </p:nvSpPr>
        <p:spPr>
          <a:xfrm>
            <a:off x="304801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D5B2E5BD-8BE8-8E06-BCE2-37CAB84326DD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9E438EE-2E69-0ADC-3475-DFAE792F1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4" y="276912"/>
            <a:ext cx="11887200" cy="680894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CFDFD5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32CBBA0C-825A-15A3-B6DF-ECCC46677A6F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5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813D7835-8B96-D901-A2D5-828DE57D3D52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4CF8DCD4-5311-B1D1-9263-A3C1D9469166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2B62D3AD-E7AE-1687-EC3D-77974E154235}"/>
              </a:ext>
            </a:extLst>
          </p:cNvPr>
          <p:cNvSpPr/>
          <p:nvPr/>
        </p:nvSpPr>
        <p:spPr>
          <a:xfrm>
            <a:off x="304801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2FF9280-C4DA-7FDB-3BEF-EBD5BF069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4" y="230148"/>
            <a:ext cx="11887200" cy="8001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dirty="0">
                <a:solidFill>
                  <a:srgbClr val="CFDFD5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Сведения о предприятии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69D1A912-79C9-A7A7-4E81-6C5DEC7B3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2092" y="1499146"/>
            <a:ext cx="9332614" cy="2476193"/>
          </a:xfrm>
        </p:spPr>
        <p:txBody>
          <a:bodyPr>
            <a:normAutofit/>
          </a:bodyPr>
          <a:lstStyle/>
          <a:p>
            <a:endParaRPr lang="ru-RU" sz="3600" dirty="0">
              <a:solidFill>
                <a:srgbClr val="4D5B56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D022FE4E-265B-1D71-D331-C74B4EF789D7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5608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AA8F46A2-80A2-675F-F71D-825CD3A2B28F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7DC07806-CB42-1CA8-7C2C-E5CB0B00884E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AB6157AE-7978-EB30-92DA-529DE35BAB67}"/>
              </a:ext>
            </a:extLst>
          </p:cNvPr>
          <p:cNvSpPr/>
          <p:nvPr/>
        </p:nvSpPr>
        <p:spPr>
          <a:xfrm>
            <a:off x="304800" y="1075447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xmlns="" id="{CA151EFF-3252-E1F7-1687-7023EFB93C48}"/>
              </a:ext>
            </a:extLst>
          </p:cNvPr>
          <p:cNvSpPr txBox="1">
            <a:spLocks/>
          </p:cNvSpPr>
          <p:nvPr/>
        </p:nvSpPr>
        <p:spPr>
          <a:xfrm>
            <a:off x="420180" y="1661718"/>
            <a:ext cx="11656426" cy="46272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u-RU" sz="3600" cap="none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210059E-E3E3-A9E1-F71E-F61FDC10DB04}"/>
              </a:ext>
            </a:extLst>
          </p:cNvPr>
          <p:cNvSpPr txBox="1"/>
          <p:nvPr/>
        </p:nvSpPr>
        <p:spPr>
          <a:xfrm>
            <a:off x="304793" y="39856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CFDFD5"/>
                </a:solidFill>
                <a:latin typeface="Sylfaen" panose="010A0502050306030303" pitchFamily="18" charset="0"/>
              </a:rPr>
              <a:t>Постановка проблемы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B0405B57-0470-3A34-657C-CF29949EC0FB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76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9664E68C-9A96-0557-8726-1DC6997B3549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7F6AE238-B346-3A9A-D750-22E718189335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1EC261E6-ABC3-2DDE-E7D5-24943005B9B3}"/>
              </a:ext>
            </a:extLst>
          </p:cNvPr>
          <p:cNvSpPr/>
          <p:nvPr/>
        </p:nvSpPr>
        <p:spPr>
          <a:xfrm>
            <a:off x="304793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9CAFC73D-7B4E-ACDB-8238-F7C3A4BDC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2" y="88972"/>
            <a:ext cx="11887207" cy="917432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rgbClr val="CFDFD5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C274C3CD-4A30-722D-5610-56AA08FC8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29" y="1327441"/>
            <a:ext cx="11544300" cy="5441588"/>
          </a:xfrm>
        </p:spPr>
        <p:txBody>
          <a:bodyPr>
            <a:noAutofit/>
          </a:bodyPr>
          <a:lstStyle/>
          <a:p>
            <a:pPr marL="311150" algn="l">
              <a:lnSpc>
                <a:spcPct val="100000"/>
              </a:lnSpc>
              <a:spcBef>
                <a:spcPts val="0"/>
              </a:spcBef>
            </a:pPr>
            <a:r>
              <a:rPr lang="ru-RU" sz="3600" b="1" cap="none" spc="-1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   </a:t>
            </a:r>
            <a:r>
              <a:rPr lang="ru-RU" sz="3400" b="1" cap="none" spc="-1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Цель</a:t>
            </a:r>
            <a:r>
              <a:rPr lang="ru-RU" sz="3400" b="1" cap="none" spc="-4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r>
              <a:rPr lang="ru-RU" sz="3400" b="1" cap="none" spc="-5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дипломного проекта:</a:t>
            </a:r>
            <a:endParaRPr lang="ru-RU" sz="3400" b="1" cap="none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marL="12065" algn="l">
              <a:spcBef>
                <a:spcPts val="600"/>
              </a:spcBef>
              <a:buSzPct val="96153"/>
              <a:tabLst>
                <a:tab pos="308610" algn="l"/>
              </a:tabLst>
            </a:pPr>
            <a:endParaRPr lang="ru-RU" sz="3400" b="1" cap="none" spc="-5" dirty="0" smtClean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marL="12065" algn="l">
              <a:spcBef>
                <a:spcPts val="600"/>
              </a:spcBef>
              <a:buSzPct val="96153"/>
              <a:tabLst>
                <a:tab pos="308610" algn="l"/>
              </a:tabLst>
            </a:pPr>
            <a:r>
              <a:rPr lang="ru-RU" sz="3400" b="1" cap="none" spc="-5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Задачи:</a:t>
            </a:r>
            <a:endParaRPr lang="ru-RU" sz="3400" b="1" cap="none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ru-RU" sz="2800" cap="none" spc="-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solidFill>
                <a:srgbClr val="4D5B56"/>
              </a:solidFill>
              <a:latin typeface="Sylfaen" panose="010A0502050306030303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2D6002F7-CDA9-96B1-22AE-B069D80CE53A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9118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7C3FD55E-23B7-E48C-135A-713FE68EE40C}"/>
              </a:ext>
            </a:extLst>
          </p:cNvPr>
          <p:cNvSpPr/>
          <p:nvPr/>
        </p:nvSpPr>
        <p:spPr>
          <a:xfrm rot="5400000">
            <a:off x="5700714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F5DB6092-757E-E155-422C-21C18F169AA5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E2A3B026-0C46-19D6-C360-B63325D9B48A}"/>
              </a:ext>
            </a:extLst>
          </p:cNvPr>
          <p:cNvSpPr/>
          <p:nvPr/>
        </p:nvSpPr>
        <p:spPr>
          <a:xfrm>
            <a:off x="304792" y="1098071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xmlns="" id="{4B367DED-6C1C-12AD-F45E-0640B180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3" y="164478"/>
            <a:ext cx="11887199" cy="861119"/>
          </a:xfrm>
        </p:spPr>
        <p:txBody>
          <a:bodyPr>
            <a:noAutofit/>
          </a:bodyPr>
          <a:lstStyle/>
          <a:p>
            <a:pPr algn="just"/>
            <a:r>
              <a:rPr lang="ru-RU" dirty="0">
                <a:solidFill>
                  <a:srgbClr val="CFDFD5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Выбор ПО для разработки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E641F94-997F-0685-82EE-8CC317498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9059" y="1923355"/>
            <a:ext cx="7979582" cy="4008294"/>
          </a:xfrm>
        </p:spPr>
        <p:txBody>
          <a:bodyPr>
            <a:noAutofit/>
          </a:bodyPr>
          <a:lstStyle/>
          <a:p>
            <a:pPr algn="ctr"/>
            <a:endParaRPr lang="ru-RU" sz="3600" cap="none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2B7ACA96-98C7-0847-79D5-9D9325CC0DFB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2499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D9CEFD20-5132-880B-7764-BD714CB71C91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22530566-48AD-24BC-7223-FC6D3D8E9244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65166F8F-981F-FE1F-5D90-4458B43984B2}"/>
              </a:ext>
            </a:extLst>
          </p:cNvPr>
          <p:cNvSpPr/>
          <p:nvPr/>
        </p:nvSpPr>
        <p:spPr>
          <a:xfrm>
            <a:off x="304793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xmlns="" id="{74845AE3-AF8D-9C89-417B-831D6FB1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150" y="2317076"/>
            <a:ext cx="10300493" cy="1725852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Проектирование информационной системы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4AEFA9B3-85EC-6D9F-A98B-E97911EE038D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7467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EF842914-23EF-A5B7-06CE-BE65AA6721D4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C2FB82C4-CFD0-CA2D-EF9E-0F1D2D5F719D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BC759103-8C70-1270-F90E-FC27C0B3789B}"/>
              </a:ext>
            </a:extLst>
          </p:cNvPr>
          <p:cNvSpPr/>
          <p:nvPr/>
        </p:nvSpPr>
        <p:spPr>
          <a:xfrm>
            <a:off x="304793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D66CFF0-7BB3-583F-DD0D-C49440568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427" y="2520394"/>
            <a:ext cx="9305932" cy="181451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Демонстрация работы информационной системы</a:t>
            </a:r>
            <a:endParaRPr lang="ru-RU" dirty="0">
              <a:solidFill>
                <a:srgbClr val="4D5B56"/>
              </a:solidFill>
              <a:latin typeface="Sylfaen" panose="010A0502050306030303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5244CD26-7D09-E6DA-4CDB-2728557E1331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rgbClr val="CFDFD5"/>
                </a:solidFill>
                <a:latin typeface="Sylfaen" panose="010A0502050306030303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5632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7FB97845-DADA-B096-56DF-0E5E5F776F6C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16DC26A2-E661-9745-D0AB-6B445F8909FE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685086E-4367-C76E-3C5B-84C51E651024}"/>
              </a:ext>
            </a:extLst>
          </p:cNvPr>
          <p:cNvSpPr/>
          <p:nvPr/>
        </p:nvSpPr>
        <p:spPr>
          <a:xfrm>
            <a:off x="304793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3" y="164225"/>
            <a:ext cx="11887200" cy="766926"/>
          </a:xfrm>
        </p:spPr>
        <p:txBody>
          <a:bodyPr rtlCol="0">
            <a:noAutofit/>
          </a:bodyPr>
          <a:lstStyle/>
          <a:p>
            <a:pPr rtl="0"/>
            <a:r>
              <a:rPr lang="ru-RU" sz="6000" spc="-5" dirty="0">
                <a:solidFill>
                  <a:srgbClr val="CFDFD5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Заключение</a:t>
            </a:r>
            <a:endParaRPr lang="ru" sz="6000" dirty="0">
              <a:solidFill>
                <a:srgbClr val="CFDFD5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B5E160B4-F4DF-9AB6-311A-BE2CF0A14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09" y="1896200"/>
            <a:ext cx="10696575" cy="4024927"/>
          </a:xfrm>
        </p:spPr>
        <p:txBody>
          <a:bodyPr>
            <a:noAutofit/>
          </a:bodyPr>
          <a:lstStyle/>
          <a:p>
            <a:pPr marL="180000" marR="687070" indent="450000" algn="ctr">
              <a:lnSpc>
                <a:spcPct val="100000"/>
              </a:lnSpc>
              <a:spcBef>
                <a:spcPts val="600"/>
              </a:spcBef>
              <a:buNone/>
            </a:pPr>
            <a:endParaRPr lang="ru-RU" sz="3600" cap="none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2D161824-1C6F-0E23-45BF-40E8674AA309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rgbClr val="CFDFD5"/>
                </a:solidFill>
                <a:latin typeface="Sylfaen" panose="010A0502050306030303" pitchFamily="18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A0014C50-3C44-7B1E-3AD0-9C79D30749D4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E6C217F-DDA2-7528-05EC-34F779DC452A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4C22788F-51C5-7EDC-9E16-675774B7B2AC}"/>
              </a:ext>
            </a:extLst>
          </p:cNvPr>
          <p:cNvSpPr/>
          <p:nvPr/>
        </p:nvSpPr>
        <p:spPr>
          <a:xfrm>
            <a:off x="304793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223F088-7EEA-9D54-AEA0-26AF99C25C19}"/>
              </a:ext>
            </a:extLst>
          </p:cNvPr>
          <p:cNvSpPr txBox="1"/>
          <p:nvPr/>
        </p:nvSpPr>
        <p:spPr>
          <a:xfrm>
            <a:off x="1968133" y="2959676"/>
            <a:ext cx="85605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dirty="0">
                <a:solidFill>
                  <a:srgbClr val="4D5B56"/>
                </a:solidFill>
                <a:latin typeface="Sylfaen" panose="010A0502050306030303" pitchFamily="18" charset="0"/>
              </a:rPr>
              <a:t>Спасибо за внимание!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E05F3F4F-7411-0444-0BB3-46A531A03B40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rgbClr val="CFDFD5"/>
                </a:solidFill>
                <a:latin typeface="Sylfaen" panose="010A0502050306030303" pitchFamily="18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74417934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</TotalTime>
  <Words>57</Words>
  <Application>Microsoft Office PowerPoint</Application>
  <PresentationFormat>Широкоэкранный</PresentationFormat>
  <Paragraphs>29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Sylfaen</vt:lpstr>
      <vt:lpstr>Times New Roman</vt:lpstr>
      <vt:lpstr>Office Theme</vt:lpstr>
      <vt:lpstr>Дипломный проект</vt:lpstr>
      <vt:lpstr>Актуальность</vt:lpstr>
      <vt:lpstr>Сведения о предприятии</vt:lpstr>
      <vt:lpstr>Презентация PowerPoint</vt:lpstr>
      <vt:lpstr>Цели и задачи</vt:lpstr>
      <vt:lpstr>Выбор ПО для разработки</vt:lpstr>
      <vt:lpstr>Проектирование информационной системы</vt:lpstr>
      <vt:lpstr>Демонстрация работы информационной системы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ДИПЛОМНАЯ РАБОТА</dc:title>
  <dc:creator>Snupster '</dc:creator>
  <cp:lastModifiedBy>Пользователь Windows</cp:lastModifiedBy>
  <cp:revision>29</cp:revision>
  <dcterms:created xsi:type="dcterms:W3CDTF">2022-06-07T06:26:41Z</dcterms:created>
  <dcterms:modified xsi:type="dcterms:W3CDTF">2025-06-02T07:44:29Z</dcterms:modified>
</cp:coreProperties>
</file>